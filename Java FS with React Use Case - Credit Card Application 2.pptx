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nujam Chaluvapathi Sampath Kumar" userId="S::ramanujam.chalu@hcltech.com::8ebfa05d-c37f-4a94-a145-a9fb94891cb4" providerId="AD" clId="Web-{908BD5E4-98E9-493A-807E-869A08D1B202}"/>
    <pc:docChg chg="mod modMainMaster">
      <pc:chgData name="Ramanujam Chaluvapathi Sampath Kumar" userId="S::ramanujam.chalu@hcltech.com::8ebfa05d-c37f-4a94-a145-a9fb94891cb4" providerId="AD" clId="Web-{908BD5E4-98E9-493A-807E-869A08D1B202}" dt="2026-04-09T09:56:48.997" v="1" actId="33475"/>
      <pc:docMkLst>
        <pc:docMk/>
      </pc:docMkLst>
      <pc:sldMasterChg chg="addSp">
        <pc:chgData name="Ramanujam Chaluvapathi Sampath Kumar" userId="S::ramanujam.chalu@hcltech.com::8ebfa05d-c37f-4a94-a145-a9fb94891cb4" providerId="AD" clId="Web-{908BD5E4-98E9-493A-807E-869A08D1B202}" dt="2026-04-09T09:56:48.997" v="0" actId="33475"/>
        <pc:sldMasterMkLst>
          <pc:docMk/>
          <pc:sldMasterMk cId="2450357669" sldId="2147483648"/>
        </pc:sldMasterMkLst>
        <pc:spChg chg="add">
          <ac:chgData name="Ramanujam Chaluvapathi Sampath Kumar" userId="S::ramanujam.chalu@hcltech.com::8ebfa05d-c37f-4a94-a145-a9fb94891cb4" providerId="AD" clId="Web-{908BD5E4-98E9-493A-807E-869A08D1B202}" dt="2026-04-09T09:56:48.997" v="0" actId="33475"/>
          <ac:spMkLst>
            <pc:docMk/>
            <pc:sldMasterMk cId="2450357669" sldId="2147483648"/>
            <ac:spMk id="8" creationId="{ED7A21C2-385D-A7A6-CF26-4E7E128662E7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741F-8EC9-6072-4018-A3E4AEFA2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E45BB-4D3E-262B-EA6D-CB40B2C05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A8A7D-6EB9-6A0E-3333-ED825CDE9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4BE08-5218-E8FB-CF01-E886EAC9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BC17E-03EC-ABB1-EDBD-B3EC4D9B4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2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3395-73B6-360B-A5D6-7A7FA638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F448-1A45-2468-DE93-4D40F125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8911E-C245-75B1-3D2F-4F677B00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462B7-868D-43F5-FC25-EC84733C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6BEFA-2FE5-1BE1-15B1-3BFA00F8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2163-9C98-BA88-5ED7-32AB378B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5EF93-8E02-C9A9-143D-87FA2E2CC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52B80-B87D-C739-11BC-A5CE81B2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FB39-6970-18E7-E86D-2D2E0EAC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D8B44-EDC6-6775-2E35-36640D8A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0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9F0F-3B5E-D954-CC14-0515EA8B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F054-55B9-2B92-AA16-F479CB448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70B79-8734-9C3C-2809-4B3613522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EF942-1A09-789B-656C-8A0352EF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A0495-0A00-6D2B-9B9E-8DDA7177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1D7DF-5B5F-0D40-5F72-01F490D4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2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6912-4092-1EC9-BEC0-EB002CB1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F2E88-BBC0-45B9-C795-F53AAAF60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DC41-4FFD-4C84-F3DC-65AB6C6AC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86853-20C7-92DF-CB12-9BBAF1AFE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CD463C-83D1-C908-4DF3-92EFD2237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558E3-0778-A811-B6EE-62B8B647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D98E8-7CF9-4EB8-C03F-98EA8E53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84BBE-F99D-3859-0175-6CBF155E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3C4C-5EE9-1D80-3D04-B1A2E579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36D7C-9529-F2A4-5F48-EA065715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6D1C9-1A16-6DBE-4D06-B6670C7D1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43FBE-8BE1-012C-76B0-56499884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B7D99-4F76-D529-0F4E-72CD72EA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4CD3D-3F3F-2BDA-A26C-AA877C23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4FAF-ACC2-8584-DF90-D9A87819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5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9833-7697-C8EE-02C2-9F5F63B8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2FA8-889B-BE5C-66CC-8AF1B0E6A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6CE59-64AB-2D0A-56F5-2525609BE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EEB99-0FC6-8ED7-0D28-FBD94DD4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A718E-420C-1D19-55A4-731D6EB3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5C3D4-FEF7-7C7D-2056-B1BF817F1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4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CD27A-F1F4-4F55-672C-8A679CA2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7A0B8-D7E8-9536-FDC1-4B2AF8C5A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4513-FF0C-051D-AD83-02AC90204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3A80-ED92-5D1D-DC18-101FB5E1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04DCB-4D48-C433-63AD-08B0990A6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672D8-D966-6951-DDA4-CC3244AC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7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172D-C763-930B-D43C-1164DA4F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0C1B5-2CF1-533C-9A9A-E1FEEA550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47A7-38EF-7A9A-7773-37F709C8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6D81-A95D-12DB-D975-3BB73C45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96B0D-3644-A536-87F4-D9D44785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6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E9455-DEEE-E0AD-CD14-4647F6D8E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583F8-DBE6-A36E-D3F1-5441EEAF9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2CA16-F7A9-109C-FAB8-23177D4F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FC43E-B6A2-F94B-EDC1-5E9B5858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E5BA-8481-B568-E014-A16808AA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1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C2C0B-3C80-9324-1B8E-D9F852F2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BD70-CE3C-8F28-451E-3B3D126F9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A63C1-0426-9B1E-AC98-936B244E8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5C347-DE76-41A4-AB3F-6998C08D3EA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ACDC2-D8C1-395D-C0F9-46CC57454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3F43-24CD-91CB-FA23-1B3726E5C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908C20-0044-41F1-84DA-97177DA60E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A21C2-385D-A7A6-CF26-4E7E128662E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45035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A56A-883E-9374-18F2-C401CC431C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HCL Hackathon </a:t>
            </a:r>
            <a:r>
              <a:rPr lang="en-US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Usecase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22C9E-738D-EFC8-A133-2D78E775A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Credit Card Application</a:t>
            </a:r>
          </a:p>
        </p:txBody>
      </p:sp>
    </p:spTree>
    <p:extLst>
      <p:ext uri="{BB962C8B-B14F-4D97-AF65-F5344CB8AC3E}">
        <p14:creationId xmlns:p14="http://schemas.microsoft.com/office/powerpoint/2010/main" val="412587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9EA-8729-4BC4-EB07-5C235E7B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66B3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Apply for a new credit card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E0207-074C-A1D7-7D78-CB0E4E4C90BF}"/>
              </a:ext>
            </a:extLst>
          </p:cNvPr>
          <p:cNvSpPr txBox="1"/>
          <p:nvPr/>
        </p:nvSpPr>
        <p:spPr>
          <a:xfrm>
            <a:off x="653143" y="1578429"/>
            <a:ext cx="111469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Story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a new customer, I should be able to apply for a credit card with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Z Bank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New Credit Card input fields (Minimal fields)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Basic user information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Employment information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Identity document name and number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Acceptance Criteria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providing valid information, do check for user credit rating </a:t>
            </a:r>
          </a:p>
          <a:p>
            <a:pPr>
              <a:spcAft>
                <a:spcPts val="1200"/>
              </a:spcAft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65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9EA-8729-4BC4-EB07-5C235E7B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kern="0" dirty="0">
                <a:solidFill>
                  <a:srgbClr val="0066B3"/>
                </a:solidFill>
                <a:latin typeface="Arial"/>
              </a:rPr>
              <a:t>Customer credit rating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E0207-074C-A1D7-7D78-CB0E4E4C90BF}"/>
              </a:ext>
            </a:extLst>
          </p:cNvPr>
          <p:cNvSpPr txBox="1"/>
          <p:nvPr/>
        </p:nvSpPr>
        <p:spPr>
          <a:xfrm>
            <a:off x="653143" y="1578429"/>
            <a:ext cx="1114697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Story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a credit rating system, provide credit score based on customer information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Credit check rules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credit score is available return the value as such (Numeric)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no credit score is available, calculate score based on salary and other cards held:</a:t>
            </a:r>
          </a:p>
          <a:p>
            <a:pPr marL="1314450" lvl="2" indent="-400050">
              <a:spcAft>
                <a:spcPts val="1200"/>
              </a:spcAft>
              <a:buFont typeface="+mj-lt"/>
              <a:buAutoNum type="romanL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Already hold 2 or more credit cards, score – 300</a:t>
            </a:r>
          </a:p>
          <a:p>
            <a:pPr marL="1314450" lvl="2" indent="-400050">
              <a:spcAft>
                <a:spcPts val="1200"/>
              </a:spcAft>
              <a:buFont typeface="+mj-lt"/>
              <a:buAutoNum type="romanL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Annual salary &gt; 200000$, score – 500</a:t>
            </a:r>
          </a:p>
          <a:p>
            <a:pPr marL="1314450" lvl="2" indent="-400050">
              <a:spcAft>
                <a:spcPts val="1200"/>
              </a:spcAft>
              <a:buFont typeface="+mj-lt"/>
              <a:buAutoNum type="romanL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Annual salary &lt; 200000 $ and &gt;50000$, score - 150</a:t>
            </a:r>
          </a:p>
          <a:p>
            <a:pPr marL="1314450" lvl="2" indent="-400050">
              <a:spcAft>
                <a:spcPts val="1200"/>
              </a:spcAft>
              <a:buFont typeface="+mj-lt"/>
              <a:buAutoNum type="romanL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Annual salary &lt;50000$, score - 50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Acceptance Criteria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providing valid customer information, update the customer credit score.</a:t>
            </a:r>
          </a:p>
          <a:p>
            <a:pPr>
              <a:spcAft>
                <a:spcPts val="1200"/>
              </a:spcAft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7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9EA-8729-4BC4-EB07-5C235E7B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kern="0" dirty="0">
                <a:solidFill>
                  <a:srgbClr val="0066B3"/>
                </a:solidFill>
                <a:latin typeface="Arial"/>
              </a:rPr>
              <a:t>Activate credit card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E0207-074C-A1D7-7D78-CB0E4E4C90BF}"/>
              </a:ext>
            </a:extLst>
          </p:cNvPr>
          <p:cNvSpPr txBox="1"/>
          <p:nvPr/>
        </p:nvSpPr>
        <p:spPr>
          <a:xfrm>
            <a:off x="653143" y="1578429"/>
            <a:ext cx="1114697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Story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a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Z Bank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system, reject or approve credit card application for the customer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Credit card allocation rules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credit score is 500, card type – PLATINUM, Limit – 40000$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credit score is 300, card type – GOLD, Limit – 20000$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credit score is 150, card type – VISA, Limit – 10000$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credit score is 50, request additional documents</a:t>
            </a:r>
          </a:p>
          <a:p>
            <a:pPr>
              <a:spcAft>
                <a:spcPts val="12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Acceptance Criteria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Generate card number and First time PIN for the customer</a:t>
            </a:r>
          </a:p>
          <a:p>
            <a:pPr>
              <a:spcAft>
                <a:spcPts val="12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Out of Scope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Customer receive the card and pin information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Workflow after additional documents are requested</a:t>
            </a:r>
          </a:p>
        </p:txBody>
      </p:sp>
    </p:spTree>
    <p:extLst>
      <p:ext uri="{BB962C8B-B14F-4D97-AF65-F5344CB8AC3E}">
        <p14:creationId xmlns:p14="http://schemas.microsoft.com/office/powerpoint/2010/main" val="160956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F9EA-8729-4BC4-EB07-5C235E7B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kern="0" dirty="0">
                <a:solidFill>
                  <a:srgbClr val="0066B3"/>
                </a:solidFill>
                <a:latin typeface="Arial"/>
              </a:rPr>
              <a:t>First time login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E0207-074C-A1D7-7D78-CB0E4E4C90BF}"/>
              </a:ext>
            </a:extLst>
          </p:cNvPr>
          <p:cNvSpPr txBox="1"/>
          <p:nvPr/>
        </p:nvSpPr>
        <p:spPr>
          <a:xfrm>
            <a:off x="653143" y="1578429"/>
            <a:ext cx="111469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User Story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a new credit card customer, I should be able to change default PIN for my credit card with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Z Bank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New Credit Card input fields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Credit card number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First Time PIN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Document Id (provide during apply new credit card)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New PIN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Confirm new PIN</a:t>
            </a:r>
          </a:p>
          <a:p>
            <a:pPr>
              <a:spcAft>
                <a:spcPts val="12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Acceptance criteria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providing valid information, update the PIN and first audit for the customer, PIN GENERATED.</a:t>
            </a:r>
          </a:p>
        </p:txBody>
      </p:sp>
    </p:spTree>
    <p:extLst>
      <p:ext uri="{BB962C8B-B14F-4D97-AF65-F5344CB8AC3E}">
        <p14:creationId xmlns:p14="http://schemas.microsoft.com/office/powerpoint/2010/main" val="318207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503853-F54F-DDB9-E37F-6BA68F808169}"/>
              </a:ext>
            </a:extLst>
          </p:cNvPr>
          <p:cNvSpPr txBox="1"/>
          <p:nvPr/>
        </p:nvSpPr>
        <p:spPr>
          <a:xfrm>
            <a:off x="664028" y="946390"/>
            <a:ext cx="8207829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mandatory and format validations for input fields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appropriate business validations for all the flows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Follow functional style of programming (JDK 8+ features)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Add Unit test cases as applicable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Consider error handling</a:t>
            </a:r>
            <a:endParaRPr lang="en-US" dirty="0">
              <a:latin typeface="Aptos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85AB75-38EC-286C-4C8E-963CDACD38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kern="0" dirty="0">
                <a:solidFill>
                  <a:srgbClr val="0066B3"/>
                </a:solidFill>
                <a:latin typeface="Arial"/>
              </a:rPr>
              <a:t>Validations &amp; Review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96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389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HCL Hackathon Usecase</vt:lpstr>
      <vt:lpstr>Apply for a new credit card</vt:lpstr>
      <vt:lpstr>Customer credit rating</vt:lpstr>
      <vt:lpstr>Activate credit card </vt:lpstr>
      <vt:lpstr>First time login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 Hackathon Usecase</dc:title>
  <dc:creator>Kuzhali Ramaswamy</dc:creator>
  <cp:lastModifiedBy>Lakshmanakumar Palanisamy</cp:lastModifiedBy>
  <cp:revision>38</cp:revision>
  <dcterms:created xsi:type="dcterms:W3CDTF">2024-06-07T15:13:13Z</dcterms:created>
  <dcterms:modified xsi:type="dcterms:W3CDTF">2026-04-09T09:56:49Z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08d25e24-446f-4d96-8c57-e5de8756bc7c</vt:lpwstr>
  </property>
  <property fmtid="{D5CDD505-2E9C-101B-9397-08002B2CF9AE}" pid="3" name="HCLClassification">
    <vt:lpwstr>HCL_Cla5s_C0nf1dent1al</vt:lpwstr>
  </property>
  <property fmtid="{D5CDD505-2E9C-101B-9397-08002B2CF9AE}" pid="4" name="HCLClassD6">
    <vt:lpwstr>False</vt:lpwstr>
  </property>
  <property fmtid="{D5CDD505-2E9C-101B-9397-08002B2CF9AE}" pid="5" name="MSIP_Label_556dfe78-8a37-4fb5-b4aa-b92b97e18d15_Enabled">
    <vt:lpwstr>true</vt:lpwstr>
  </property>
  <property fmtid="{D5CDD505-2E9C-101B-9397-08002B2CF9AE}" pid="6" name="MSIP_Label_556dfe78-8a37-4fb5-b4aa-b92b97e18d15_SetDate">
    <vt:lpwstr>2026-04-09T09:56:48Z</vt:lpwstr>
  </property>
  <property fmtid="{D5CDD505-2E9C-101B-9397-08002B2CF9AE}" pid="7" name="MSIP_Label_556dfe78-8a37-4fb5-b4aa-b92b97e18d15_Method">
    <vt:lpwstr>Standard</vt:lpwstr>
  </property>
  <property fmtid="{D5CDD505-2E9C-101B-9397-08002B2CF9AE}" pid="8" name="MSIP_Label_556dfe78-8a37-4fb5-b4aa-b92b97e18d15_Name">
    <vt:lpwstr>Internal</vt:lpwstr>
  </property>
  <property fmtid="{D5CDD505-2E9C-101B-9397-08002B2CF9AE}" pid="9" name="MSIP_Label_556dfe78-8a37-4fb5-b4aa-b92b97e18d15_SiteId">
    <vt:lpwstr>189de737-c93a-4f5a-8b68-6f4ca9941912</vt:lpwstr>
  </property>
  <property fmtid="{D5CDD505-2E9C-101B-9397-08002B2CF9AE}" pid="10" name="MSIP_Label_556dfe78-8a37-4fb5-b4aa-b92b97e18d15_ActionId">
    <vt:lpwstr>462905be-6944-4bb6-bf01-8ce882678267</vt:lpwstr>
  </property>
  <property fmtid="{D5CDD505-2E9C-101B-9397-08002B2CF9AE}" pid="11" name="MSIP_Label_556dfe78-8a37-4fb5-b4aa-b92b97e18d15_ContentBits">
    <vt:lpwstr>1</vt:lpwstr>
  </property>
  <property fmtid="{D5CDD505-2E9C-101B-9397-08002B2CF9AE}" pid="12" name="MSIP_Label_556dfe78-8a37-4fb5-b4aa-b92b97e18d15_Tag">
    <vt:lpwstr>10, 3, 0, 2</vt:lpwstr>
  </property>
  <property fmtid="{D5CDD505-2E9C-101B-9397-08002B2CF9AE}" pid="13" name="ClassificationContentMarkingHeaderLocations">
    <vt:lpwstr>Office Theme:8</vt:lpwstr>
  </property>
  <property fmtid="{D5CDD505-2E9C-101B-9397-08002B2CF9AE}" pid="14" name="ClassificationContentMarkingHeaderText">
    <vt:lpwstr>Classification: Internal</vt:lpwstr>
  </property>
</Properties>
</file>